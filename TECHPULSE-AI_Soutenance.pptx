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TECHPULSE-AI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Soutenance Capstone GenAI</a:t>
            </a:r>
          </a:p>
          <a:p>
            <a:r>
              <a:t>Plateforme d'Intelligence Cyber pour le Tourisme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Cadrage du Problème et Valeur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Problème : Les systèmes GDS (Amadeus, Sabre) sont vulnérables et peu monitorés.</a:t>
            </a:r>
          </a:p>
          <a:p>
            <a:r>
              <a:rPr sz="1800"/>
              <a:t>- Utilisateurs cibles : RSSI et gestionnaires IT des agences de voyage.</a:t>
            </a:r>
          </a:p>
          <a:p>
            <a:r>
              <a:rPr sz="1800"/>
              <a:t>- Valeur métier : Temps d'analyse des CVE réduit de plusieurs heures à quelques secondes.</a:t>
            </a:r>
          </a:p>
          <a:p>
            <a:r>
              <a:rPr sz="1800"/>
              <a:t>- Périmètre : Focus strict sur les vulnérabilités du secteur du voyage.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Acquisition et Gouvernance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Pipeline automatisé : Script (nvd_collector.py) d'ingestion depuis l'API NIST.</a:t>
            </a:r>
          </a:p>
          <a:p>
            <a:r>
              <a:rPr sz="1800"/>
              <a:t>- Filtrage métier : Conservation exclusive des CVE pertinentes (mots clés : amadeus, sabre, booking...).</a:t>
            </a:r>
          </a:p>
          <a:p>
            <a:r>
              <a:rPr sz="1800"/>
              <a:t>- Data Card : Données publiques gouvernementales, traçables, stockées en local.</a:t>
            </a:r>
          </a:p>
          <a:p>
            <a:r>
              <a:rPr sz="1800"/>
              <a:t>- Biais documentés : Ne capte que les failles publiquement divulguées.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Baseline et Modélisation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Baseline : Recherche par mots-clés classique souvent insuffisante pour les requêtes complexes.</a:t>
            </a:r>
          </a:p>
          <a:p>
            <a:r>
              <a:rPr sz="1800"/>
              <a:t>- Modélisation RAG :</a:t>
            </a:r>
          </a:p>
          <a:p>
            <a:r>
              <a:rPr sz="1800"/>
              <a:t>  * Embeddings : MiniLM (SentenceTransformers) pour la compréhension sémantique.</a:t>
            </a:r>
          </a:p>
          <a:p>
            <a:r>
              <a:rPr sz="1800"/>
              <a:t>  * Base vectorielle : FAISS pour une recherche ultra-rapide et locale.</a:t>
            </a:r>
          </a:p>
          <a:p>
            <a:r>
              <a:rPr sz="1800"/>
              <a:t>  * Fallback intelligent : Gemini prioritaire, Groq (LLaMA 3.3 70B) en relais si quotas épuisés.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Apprentissage Supervisé (Fine-Tuning)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Objectif : Classifier la 'Sévérité' des incidents sans dépendre du LLM.</a:t>
            </a:r>
          </a:p>
          <a:p>
            <a:r>
              <a:rPr sz="1800"/>
              <a:t>- Modèle : DistilBERT (léger, rapide, performant).</a:t>
            </a:r>
          </a:p>
          <a:p>
            <a:r>
              <a:rPr sz="1800"/>
              <a:t>- Dataset : techpulse_dataset.parquet (descriptions NVD + sévérités réelles).</a:t>
            </a:r>
          </a:p>
          <a:p>
            <a:r>
              <a:rPr sz="1800"/>
              <a:t>- Résultat : Inférence locale instantanée pour pré-qualifier le risque.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Évaluation et Analyse d'Erreurs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Pipeline d'évaluation automatisé dans train.py.</a:t>
            </a:r>
          </a:p>
          <a:p>
            <a:r>
              <a:rPr sz="1800"/>
              <a:t>- Métriques générées : Accuracy, Precision, Recall, F1-Score.</a:t>
            </a:r>
          </a:p>
          <a:p>
            <a:r>
              <a:rPr sz="1800"/>
              <a:t>- Analyse : Matrice de confusion pour identifier les faux positifs/négatifs.</a:t>
            </a:r>
          </a:p>
          <a:p>
            <a:r>
              <a:rPr sz="1800"/>
              <a:t>- Jeu de test : 20% du dataset strictement isolé lors de l'entraînement.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Fiabilité, Sécurité et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Garde-fous RAG : 'System Prompt' restrictif forçant la posture d'expert cyber.</a:t>
            </a:r>
          </a:p>
          <a:p>
            <a:r>
              <a:rPr sz="1800"/>
              <a:t>- Abstention : Le Routeur d'Intentions bloque les requêtes hors-périmètre (recettes, etc.).</a:t>
            </a:r>
          </a:p>
          <a:p>
            <a:r>
              <a:rPr sz="1800"/>
              <a:t>- Tests adversariaux réussis : L'IA refuse de fournir des méthodes de piratage.</a:t>
            </a:r>
          </a:p>
          <a:p>
            <a:r>
              <a:rPr sz="1800"/>
              <a:t>- Limites assumées : L'IA fournit des rapports basés sur la connaissance passée, pas d'analyse réseau temps réel.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Ingénierie Produit, API et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Architecture découplée et Cloud-Native :</a:t>
            </a:r>
          </a:p>
          <a:p>
            <a:r>
              <a:rPr sz="1800"/>
              <a:t>  * Backend : FastAPI asynchrone déployé sur Render (production).</a:t>
            </a:r>
          </a:p>
          <a:p>
            <a:r>
              <a:rPr sz="1800"/>
              <a:t>  * Frontend : Interface React/Vite déployée sur Vercel.</a:t>
            </a:r>
          </a:p>
          <a:p>
            <a:r>
              <a:rPr sz="1800"/>
              <a:t>- Gestion des erreurs : Rotation dynamique des API Keys (Gemini x5 + Groq) pour une dispo 99%.</a:t>
            </a:r>
          </a:p>
          <a:p>
            <a:r>
              <a:rPr sz="1800"/>
              <a:t>- Modulaire : Séparation RAG, Collector, Classifier,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Reproductibilité et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Dépendances figées : requirements.txt complet.</a:t>
            </a:r>
          </a:p>
          <a:p>
            <a:r>
              <a:rPr sz="1800"/>
              <a:t>- Variables d'environnement : Fichier .env isolé, non commité (.gitignore).</a:t>
            </a:r>
          </a:p>
          <a:p>
            <a:r>
              <a:rPr sz="1800"/>
              <a:t>- Documentation : README.md avec instructions d'installation et de lancement (uvicorn).</a:t>
            </a:r>
          </a:p>
          <a:p>
            <a:r>
              <a:rPr sz="1800"/>
              <a:t>- Déploiement : CI/CD automatique via GitHub vers Render &amp; Vercel.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Démonstration de TECHPULSE-AI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Lien Live Vercel : https://techpulse-ai-seven.vercel.app/</a:t>
            </a:r>
          </a:p>
          <a:p>
            <a:r>
              <a:rPr sz="1800"/>
              <a:t>- Démo : Requête complexe sur les failles GDS.</a:t>
            </a:r>
          </a:p>
          <a:p>
            <a:r>
              <a:rPr sz="1800"/>
              <a:t>- Démo : Tentative de sortie du contexte (sécurité).</a:t>
            </a:r>
          </a:p>
          <a:p>
            <a:r>
              <a:rPr sz="1800"/>
              <a:t>- Optionnel : Affichage du dashboard d'ingestion.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TECHPULSE-AI valide l'ensemble des critères Capstone GenAI.</a:t>
            </a:r>
          </a:p>
          <a:p>
            <a:r>
              <a:rPr sz="1800"/>
              <a:t>- Produit scalable, sécurisé, et déployé en conditions réelles.</a:t>
            </a:r>
          </a:p>
          <a:p>
            <a:r>
              <a:rPr sz="1800"/>
              <a:t>- Merci de votre attention.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